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Jane Doe - Senior Data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Skills: Python, SQL, Spark, AWS, Airflow</a:t>
            </a:r>
          </a:p>
          <a:p>
            <a:r>
              <a:t>Experience: Data Engineer at Acme Corp (2019-2024)</a:t>
            </a:r>
          </a:p>
          <a:p>
            <a:r>
              <a:t>Built batch and streaming ETL pipelines.</a:t>
            </a:r>
          </a:p>
          <a:p>
            <a:r>
              <a:t>Education: BSc Computer Science, MIT (2015-2019)</a:t>
            </a:r>
          </a:p>
          <a:p>
            <a:r>
              <a:t>Goal: Become a staff data engineer.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